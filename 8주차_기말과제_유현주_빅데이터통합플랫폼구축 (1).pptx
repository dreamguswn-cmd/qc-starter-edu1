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40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74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 통합 및 플랫폼 구축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기말 과제 결과 보고서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E0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및 저장 → 데이터 검색 및 검증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  현  주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E0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09. 14 ~ 2026. 09. 20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2743200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및 저장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691640"/>
            <a:ext cx="731520" cy="9144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188720"/>
            <a:ext cx="2743200" cy="1188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검색 및 검증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841248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6334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4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5주차, 7주차(SuperSet) 실습은 수행하지 못하여 4주차·6주차 결과를 중심으로 보고서를 작성합니다.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841248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4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 과제 목표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7307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선택 테이블: faczas01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1148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ETL 프로그램명: CUK31_MAR_THEEAS01_EX_01, CUK31_ORA_FACZAS01_TL_01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4988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데이터 수집·저장 및 검색·검증 과정 수행 결과 제출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  |  ETL 데이터 수집 및 저장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4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 프로그램 정보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276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원본(Source):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6276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CUK25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579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대상(Target):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1579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CUK31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883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 추출: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6883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CUK31_MAR_THEEAS01_EX_01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186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 적재: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2186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CUK31_ORA_FACZAS01_TL_01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490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테이블: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7490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faczas01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20624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 프로젝트 구조 화면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60020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C3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[CUK31]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C3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 CUK31_MAR_THEEAS01_EX_01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C3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CUK31_ORA_FACZAS01_TL_01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429000"/>
            <a:ext cx="420624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520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수행 결과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38587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CUK25 원본 → CUK31 대상으로 ETL 작업 수행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faczas01 테이블 데이터 추출 및 적재 완료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ETL 프로그램 정상 실행 확인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  |  HUE 데이터 검색 및 검증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테이블 이행 및 검증 결과 (cuk25 → cuk31)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926080" cy="411480"/>
          </a:xfrm>
          <a:prstGeom prst="rect">
            <a:avLst/>
          </a:prstGeom>
          <a:solidFill>
            <a:srgbClr val="E8740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463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1828800" cy="411480"/>
          </a:xfrm>
          <a:prstGeom prst="rect">
            <a:avLst/>
          </a:prstGeom>
          <a:solidFill>
            <a:srgbClr val="E8740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건수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463040"/>
            <a:ext cx="1828800" cy="411480"/>
          </a:xfrm>
          <a:prstGeom prst="rect">
            <a:avLst/>
          </a:prstGeom>
          <a:solidFill>
            <a:srgbClr val="E8740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건수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1463040"/>
            <a:ext cx="1828800" cy="411480"/>
          </a:xfrm>
          <a:prstGeom prst="rect">
            <a:avLst/>
          </a:prstGeom>
          <a:solidFill>
            <a:srgbClr val="E8740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9516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7452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1874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faczas01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187452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187452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6636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49440" y="187452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9516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완료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286000"/>
            <a:ext cx="292608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2286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faczzcd01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91840" y="228600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3756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20640" y="228600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6636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49440" y="228600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9516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완료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69748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" y="2697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faczzcl01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26974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3756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120640" y="26974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6636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49440" y="26974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9516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완료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108960"/>
            <a:ext cx="292608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11480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faczzct01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91840" y="310896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3756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120640" y="310896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6636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949440" y="310896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9516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완료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352044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11480" y="3520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faczzlo01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91840" y="35204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337560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120640" y="35204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166360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949440" y="35204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995160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완료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65760" y="3931920"/>
            <a:ext cx="292608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11480" y="3931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faczzlo02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291840" y="393192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33756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120640" y="393192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16636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949440" y="393192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99516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완료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6개 테이블 전체 이행 및 검증 완료  —  원본 데이터와 대상 데이터 건수 일치 확인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테이블 상세  |  faczas01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4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및 저장 (ETL 4주차)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859536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709928"/>
            <a:ext cx="69494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 프로그램 CUK31_ORA_FACZAS01_TL_01 실행 → CUK25의 faczas01 테이블을 CUK31로 추출·적재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60920" y="1709928"/>
            <a:ext cx="141732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60920" y="17099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적재 완료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502920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880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4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검색 및 검증 (HUE 6주차)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401568"/>
            <a:ext cx="859536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447288"/>
            <a:ext cx="69494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HUE에서 Hive 쿼리 실행 → 원본 6건 / 대상 6건 일치 확인 → 데이터 이행 및 검증 완료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60920" y="3447288"/>
            <a:ext cx="141732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0920" y="34472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검증 완료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43159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4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SuperSet 시각화(7주차)는 실습 미수행으로 본 보고서에서 제외합니다.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소감 및 건의사항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412480" cy="21031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4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 수강 소감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727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기초과정 수업을 먼저 수강하고 심화과정에 임했음에도, 따라 하는 과정에서 반복적인 에러 발생으로 과제 수행에 어려움이 많았습니다.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756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특히 작은 오타·철자 오류 하나로 전체 실습이 진행되지 않는 경우가 많았으며, 이를 해결하기 위해 여러 곳에 도움을 구해야 했습니다.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578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그럼에도 과제를 끝까지 완료했다는 것에 감사하고, 빅데이터 플랫폼의 흐름을 직접 경험할 수 있어 의미 있는 시간이었습니다.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3291840"/>
            <a:ext cx="8412480" cy="169164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교수님께 건의사항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22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프로그래밍 기초 지식이 부족한 수강생을 위한 보다 친절하고 상세한 단계별 설명이 있다면 더욱 좋을 것 같습니다.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5254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3C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자주 발생하는 오류 유형과 해결 방법을 사전에 안내해 주신다면 수강생들의 과제 수행에 큰 도움이 될 것입니다.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74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E0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 통합 및 플랫폼 구축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E0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기말 과제 — 유현주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4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2015 DataStreams Corp. All Rights Reserved.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515</Words>
  <Application>Microsoft Office PowerPoint</Application>
  <PresentationFormat>화면 슬라이드 쇼(16:9)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Malgun Gothic</vt:lpstr>
      <vt:lpstr>Malgun Gothic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</cp:lastModifiedBy>
  <cp:revision>1</cp:revision>
  <dcterms:created xsi:type="dcterms:W3CDTF">2026-09-14T16:05:49Z</dcterms:created>
  <dcterms:modified xsi:type="dcterms:W3CDTF">2026-09-14T16:08:37Z</dcterms:modified>
</cp:coreProperties>
</file>