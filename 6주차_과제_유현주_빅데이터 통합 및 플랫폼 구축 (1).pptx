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3A959-FD2B-4808-8EBC-24E078152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BB6878-478E-4016-B06E-599FF5E11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B54F2-F433-4C7C-AC82-9AA8F060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92C84-6504-4456-9C34-57DFA571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EDCDA-19BF-4462-BF89-5869B275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09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9BE19-21AF-4823-8E7B-0C5C165C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05597F-26F5-42DF-8A29-9159B5427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31BB77-0592-45E7-B44B-BA9F88AB0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8344B-9FE8-4696-A838-DD91EDE9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092856-9CF7-4738-AA9F-57CFD345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64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C55C8-B48C-4407-8439-E6BE55F6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2653BA-2CCD-4A4E-AF00-A3136E6D0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0D1D0-8DA4-4A8F-9678-D0E6CFB8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D4041-E454-48A9-B7DA-DFF2D7E0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9DF6C-CD7B-43A1-A608-8A2E527D0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66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0C062-7B51-4031-8A11-65F4646C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85AFF-4FD7-438A-9784-FBF689ECD0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8F092-582D-49AD-AC44-787F94743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C4C71B-FE29-46D7-814D-6C11A111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F9FD88-979C-41CD-B968-EAA3F2ED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7B4406-726A-4B7F-B522-5E3D8579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60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43111-08C2-4F7D-A1D4-A5EA4A5A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0656EA-17FD-480C-946B-37BC6F1A4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39D8D1-A002-4ACC-BF02-E8B5B0E6C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F55EA2-52C1-4909-A233-4D45FC49E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DE0318-825E-466C-97DB-D4D1894DC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93E834-97B3-4691-AE5C-CBEF5A41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D29A02-61FD-4CA1-BDD2-307DB1C5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CD7CF9-E413-4B98-A1B8-B34E32B3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063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11224-0C02-4E80-86B0-8D88F99C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7F730F-5AE9-4E2E-A0B8-08E71016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ABD105-F89C-4910-A912-4B5A991A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5A9DD8-8051-489C-AA1F-6F810119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90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D3D611-9008-4277-A1F6-7B398D92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65ADE1-4E80-4EEF-934D-6495D19C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B7244-A2F5-4A0E-833A-047BEC5E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0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E5CAD-4C4F-4CF4-8958-CC6EA92F6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D752B7-C544-476E-AEC6-C2EF3BC2D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96E405-C6E5-45F2-87BE-C5D7FC470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51B9B0-B2D8-4CE2-8B8E-10D037FF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520AFE-6587-4E9A-B100-961B5C4F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6B0C5-6A49-408F-BAEE-5F3DEDAC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82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1ED09-FC6F-4613-938F-A6BB871E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42793C-D7C8-42C5-A201-F8A483D69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61742D-C94A-4EA3-840C-B5140C602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11A6DE-7A43-45B3-931F-81DFA909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407E6F-4CF5-4213-99AE-22B36F21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5E58DC-A88A-4867-9F19-431C672C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52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099B0-5D38-43FB-AC8A-0D96738F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B5B6B5-CD79-475C-BBAD-3350F3102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59158-FABC-4D36-9198-19081582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BB967-F4ED-4956-BCFE-16BAF2D8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AB35E3-0336-4AD7-804D-F8FD603A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24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BDC079-AC40-47D5-9927-CD35E6924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9BFB4A-CE77-425F-AD9C-E62A365A8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4B8991-1B36-4D16-AB66-DC702759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DDD77F-3A68-4590-BEE8-ED71C17A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438495-A902-4AFF-B1EF-DD540C50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82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3A2FB0-3268-4A4D-912D-3BAAD3B1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D2710C-3363-42FE-A301-E10DEEC9B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8AB566-D7C5-4A7A-9E49-2D597D5CB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45713-10C0-4A0E-89C9-E05D1E5DB321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8E521-15B5-4879-A0FC-85603D1F8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4F977-D189-447B-9E37-09140CD9A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31C27-D0BF-48CD-A5DB-D88CC712FA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38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CC9F6-6CBC-471F-8F01-8D5AAC3B9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7359" y="1122363"/>
            <a:ext cx="10357282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빅데이터 통합 및 플랫폼 구축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92F28F-1CDD-4882-9504-C73CA4CA6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6</a:t>
            </a:r>
            <a:r>
              <a:rPr lang="ko-KR" altLang="en-US" dirty="0"/>
              <a:t>주차 과제</a:t>
            </a:r>
          </a:p>
          <a:p>
            <a:r>
              <a:rPr lang="en-US" altLang="ko-KR" dirty="0"/>
              <a:t>HUE</a:t>
            </a:r>
            <a:r>
              <a:rPr lang="ko-KR" altLang="en-US" dirty="0"/>
              <a:t>를 활용한 </a:t>
            </a:r>
            <a:r>
              <a:rPr lang="en-US" altLang="ko-KR" dirty="0"/>
              <a:t>Hive </a:t>
            </a:r>
            <a:r>
              <a:rPr lang="ko-KR" altLang="en-US" dirty="0"/>
              <a:t>테이블 이행 및 검증</a:t>
            </a:r>
          </a:p>
          <a:p>
            <a:endParaRPr lang="en-US" altLang="ko-KR" dirty="0"/>
          </a:p>
          <a:p>
            <a:r>
              <a:rPr lang="ko-KR" altLang="en-US" dirty="0"/>
              <a:t>유현주</a:t>
            </a:r>
          </a:p>
        </p:txBody>
      </p:sp>
    </p:spTree>
    <p:extLst>
      <p:ext uri="{BB962C8B-B14F-4D97-AF65-F5344CB8AC3E}">
        <p14:creationId xmlns:p14="http://schemas.microsoft.com/office/powerpoint/2010/main" val="177428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0DAC21-418C-4275-B77A-8F9F426E7C83}"/>
              </a:ext>
            </a:extLst>
          </p:cNvPr>
          <p:cNvSpPr txBox="1"/>
          <p:nvPr/>
        </p:nvSpPr>
        <p:spPr>
          <a:xfrm>
            <a:off x="710214" y="74572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BA336-F3E0-4C58-B1F8-EB040D13739D}"/>
              </a:ext>
            </a:extLst>
          </p:cNvPr>
          <p:cNvSpPr txBox="1"/>
          <p:nvPr/>
        </p:nvSpPr>
        <p:spPr>
          <a:xfrm>
            <a:off x="710213" y="1429304"/>
            <a:ext cx="6680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cuk25 </a:t>
            </a:r>
            <a:r>
              <a:rPr lang="ko-KR" altLang="en-US" dirty="0"/>
              <a:t>원본 데이터를 </a:t>
            </a:r>
            <a:r>
              <a:rPr lang="en-US" altLang="ko-KR" dirty="0"/>
              <a:t>cuk31 </a:t>
            </a:r>
            <a:r>
              <a:rPr lang="ko-KR" altLang="en-US" dirty="0"/>
              <a:t>대상 테이블로 이행하고 검증하기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6E109-8347-442F-97A3-D4467D1FC51B}"/>
              </a:ext>
            </a:extLst>
          </p:cNvPr>
          <p:cNvSpPr txBox="1"/>
          <p:nvPr/>
        </p:nvSpPr>
        <p:spPr>
          <a:xfrm>
            <a:off x="710213" y="2183906"/>
            <a:ext cx="83760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원본 데이터 </a:t>
            </a:r>
            <a:r>
              <a:rPr lang="en-US" altLang="ko-KR" dirty="0"/>
              <a:t>: cuk25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대상 데이터 </a:t>
            </a:r>
            <a:r>
              <a:rPr lang="en-US" altLang="ko-KR" dirty="0"/>
              <a:t>: cuk50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작업 방법</a:t>
            </a:r>
            <a:r>
              <a:rPr lang="en-US" altLang="ko-KR" dirty="0"/>
              <a:t> : </a:t>
            </a:r>
            <a:r>
              <a:rPr lang="ko-KR" altLang="en-US" dirty="0"/>
              <a:t>테이블 생성 </a:t>
            </a:r>
            <a:r>
              <a:rPr lang="en-US" altLang="ko-KR" dirty="0"/>
              <a:t>-&gt; </a:t>
            </a:r>
            <a:r>
              <a:rPr lang="ko-KR" altLang="en-US" dirty="0"/>
              <a:t>데이터 이행 </a:t>
            </a:r>
            <a:r>
              <a:rPr lang="en-US" altLang="ko-KR" dirty="0"/>
              <a:t>-&gt; </a:t>
            </a:r>
            <a:r>
              <a:rPr lang="ko-KR" altLang="en-US" dirty="0"/>
              <a:t>원본과의 데이터 비교</a:t>
            </a:r>
            <a:r>
              <a:rPr lang="en-US" altLang="ko-KR" dirty="0"/>
              <a:t>/</a:t>
            </a:r>
            <a:r>
              <a:rPr lang="ko-KR" altLang="en-US" dirty="0"/>
              <a:t>검증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대상 데이터 </a:t>
            </a:r>
            <a:r>
              <a:rPr lang="en-US" altLang="ko-KR" dirty="0"/>
              <a:t>: faczas01, faczzcl01, faczzct01, faczzcd01, faczzlo01, faczzlo02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12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00544-C04F-4DC6-B01F-CB536753BE96}"/>
              </a:ext>
            </a:extLst>
          </p:cNvPr>
          <p:cNvSpPr txBox="1"/>
          <p:nvPr/>
        </p:nvSpPr>
        <p:spPr>
          <a:xfrm>
            <a:off x="710214" y="745724"/>
            <a:ext cx="1364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faczas01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08DCD-856D-4B11-8AFB-AA1AAAF3F820}"/>
              </a:ext>
            </a:extLst>
          </p:cNvPr>
          <p:cNvSpPr txBox="1"/>
          <p:nvPr/>
        </p:nvSpPr>
        <p:spPr>
          <a:xfrm>
            <a:off x="710214" y="5789110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이행 후 비교</a:t>
            </a:r>
            <a:r>
              <a:rPr lang="en-US" altLang="ko-KR" dirty="0"/>
              <a:t>/</a:t>
            </a:r>
            <a:r>
              <a:rPr lang="ko-KR" altLang="en-US" dirty="0"/>
              <a:t>검토 결과</a:t>
            </a:r>
            <a:endParaRPr lang="en-US" altLang="ko-KR" dirty="0"/>
          </a:p>
          <a:p>
            <a:r>
              <a:rPr lang="ko-KR" altLang="en-US" dirty="0"/>
              <a:t>원본 </a:t>
            </a:r>
            <a:r>
              <a:rPr lang="en-US" altLang="ko-KR" dirty="0"/>
              <a:t>6</a:t>
            </a:r>
            <a:r>
              <a:rPr lang="ko-KR" altLang="en-US" dirty="0"/>
              <a:t>개 </a:t>
            </a:r>
            <a:r>
              <a:rPr lang="en-US" altLang="ko-KR" dirty="0"/>
              <a:t>/ </a:t>
            </a:r>
            <a:r>
              <a:rPr lang="ko-KR" altLang="en-US" dirty="0"/>
              <a:t>대상 </a:t>
            </a:r>
            <a:r>
              <a:rPr lang="en-US" altLang="ko-KR" dirty="0"/>
              <a:t>6</a:t>
            </a:r>
            <a:r>
              <a:rPr lang="ko-KR" altLang="en-US" dirty="0"/>
              <a:t>개 </a:t>
            </a:r>
            <a:r>
              <a:rPr lang="en-US" altLang="ko-KR" dirty="0"/>
              <a:t>[</a:t>
            </a:r>
            <a:r>
              <a:rPr lang="ko-KR" altLang="en-US" dirty="0"/>
              <a:t>데이터 이행 및 검증 완료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899458-DD22-485A-86FE-188D63B13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406"/>
            <a:ext cx="12192000" cy="42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5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00544-C04F-4DC6-B01F-CB536753BE96}"/>
              </a:ext>
            </a:extLst>
          </p:cNvPr>
          <p:cNvSpPr txBox="1"/>
          <p:nvPr/>
        </p:nvSpPr>
        <p:spPr>
          <a:xfrm>
            <a:off x="710214" y="745724"/>
            <a:ext cx="154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faczzcd01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08DCD-856D-4B11-8AFB-AA1AAAF3F820}"/>
              </a:ext>
            </a:extLst>
          </p:cNvPr>
          <p:cNvSpPr txBox="1"/>
          <p:nvPr/>
        </p:nvSpPr>
        <p:spPr>
          <a:xfrm>
            <a:off x="710214" y="5789110"/>
            <a:ext cx="535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이행 후 비교</a:t>
            </a:r>
            <a:r>
              <a:rPr lang="en-US" altLang="ko-KR" dirty="0"/>
              <a:t>/</a:t>
            </a:r>
            <a:r>
              <a:rPr lang="ko-KR" altLang="en-US" dirty="0"/>
              <a:t>검토 결과</a:t>
            </a:r>
            <a:endParaRPr lang="en-US" altLang="ko-KR" dirty="0"/>
          </a:p>
          <a:p>
            <a:r>
              <a:rPr lang="ko-KR" altLang="en-US" dirty="0"/>
              <a:t>원본 </a:t>
            </a:r>
            <a:r>
              <a:rPr lang="en-US" altLang="ko-KR" dirty="0"/>
              <a:t>28</a:t>
            </a:r>
            <a:r>
              <a:rPr lang="ko-KR" altLang="en-US" dirty="0"/>
              <a:t>개 </a:t>
            </a:r>
            <a:r>
              <a:rPr lang="en-US" altLang="ko-KR" dirty="0"/>
              <a:t>/ </a:t>
            </a:r>
            <a:r>
              <a:rPr lang="ko-KR" altLang="en-US" dirty="0"/>
              <a:t>대상 </a:t>
            </a:r>
            <a:r>
              <a:rPr lang="en-US" altLang="ko-KR" dirty="0"/>
              <a:t>28</a:t>
            </a:r>
            <a:r>
              <a:rPr lang="ko-KR" altLang="en-US" dirty="0"/>
              <a:t>개 </a:t>
            </a:r>
            <a:r>
              <a:rPr lang="en-US" altLang="ko-KR" dirty="0"/>
              <a:t>[</a:t>
            </a:r>
            <a:r>
              <a:rPr lang="ko-KR" altLang="en-US" dirty="0"/>
              <a:t>데이터 이행 및 검증 완료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AE2020-C5ED-460C-9C6F-CE0E435B2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6477"/>
            <a:ext cx="12192000" cy="408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0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00544-C04F-4DC6-B01F-CB536753BE96}"/>
              </a:ext>
            </a:extLst>
          </p:cNvPr>
          <p:cNvSpPr txBox="1"/>
          <p:nvPr/>
        </p:nvSpPr>
        <p:spPr>
          <a:xfrm>
            <a:off x="710214" y="745724"/>
            <a:ext cx="1435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faczzcl01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08DCD-856D-4B11-8AFB-AA1AAAF3F820}"/>
              </a:ext>
            </a:extLst>
          </p:cNvPr>
          <p:cNvSpPr txBox="1"/>
          <p:nvPr/>
        </p:nvSpPr>
        <p:spPr>
          <a:xfrm>
            <a:off x="710214" y="5789110"/>
            <a:ext cx="535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이행 후 비교</a:t>
            </a:r>
            <a:r>
              <a:rPr lang="en-US" altLang="ko-KR" dirty="0"/>
              <a:t>/</a:t>
            </a:r>
            <a:r>
              <a:rPr lang="ko-KR" altLang="en-US" dirty="0"/>
              <a:t>검토 결과</a:t>
            </a:r>
            <a:endParaRPr lang="en-US" altLang="ko-KR" dirty="0"/>
          </a:p>
          <a:p>
            <a:r>
              <a:rPr lang="ko-KR" altLang="en-US" dirty="0"/>
              <a:t>원본 </a:t>
            </a:r>
            <a:r>
              <a:rPr lang="en-US" altLang="ko-KR" dirty="0"/>
              <a:t>28</a:t>
            </a:r>
            <a:r>
              <a:rPr lang="ko-KR" altLang="en-US" dirty="0"/>
              <a:t>개 </a:t>
            </a:r>
            <a:r>
              <a:rPr lang="en-US" altLang="ko-KR" dirty="0"/>
              <a:t>/ </a:t>
            </a:r>
            <a:r>
              <a:rPr lang="ko-KR" altLang="en-US" dirty="0"/>
              <a:t>대상 </a:t>
            </a:r>
            <a:r>
              <a:rPr lang="en-US" altLang="ko-KR" dirty="0"/>
              <a:t>28</a:t>
            </a:r>
            <a:r>
              <a:rPr lang="ko-KR" altLang="en-US" dirty="0"/>
              <a:t>개 </a:t>
            </a:r>
            <a:r>
              <a:rPr lang="en-US" altLang="ko-KR" dirty="0"/>
              <a:t>[</a:t>
            </a:r>
            <a:r>
              <a:rPr lang="ko-KR" altLang="en-US" dirty="0"/>
              <a:t>데이터 이행 및 검증 완료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494399-FB78-43BE-BC06-47FFCEDF7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1182"/>
            <a:ext cx="12192000" cy="435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00544-C04F-4DC6-B01F-CB536753BE96}"/>
              </a:ext>
            </a:extLst>
          </p:cNvPr>
          <p:cNvSpPr txBox="1"/>
          <p:nvPr/>
        </p:nvSpPr>
        <p:spPr>
          <a:xfrm>
            <a:off x="710214" y="745724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faczzct01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08DCD-856D-4B11-8AFB-AA1AAAF3F820}"/>
              </a:ext>
            </a:extLst>
          </p:cNvPr>
          <p:cNvSpPr txBox="1"/>
          <p:nvPr/>
        </p:nvSpPr>
        <p:spPr>
          <a:xfrm>
            <a:off x="710214" y="5789110"/>
            <a:ext cx="535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이행 후 비교</a:t>
            </a:r>
            <a:r>
              <a:rPr lang="en-US" altLang="ko-KR" dirty="0"/>
              <a:t>/</a:t>
            </a:r>
            <a:r>
              <a:rPr lang="ko-KR" altLang="en-US" dirty="0"/>
              <a:t>검토 결과</a:t>
            </a:r>
            <a:endParaRPr lang="en-US" altLang="ko-KR" dirty="0"/>
          </a:p>
          <a:p>
            <a:r>
              <a:rPr lang="ko-KR" altLang="en-US" dirty="0"/>
              <a:t>원본 </a:t>
            </a:r>
            <a:r>
              <a:rPr lang="en-US" altLang="ko-KR" dirty="0"/>
              <a:t>14</a:t>
            </a:r>
            <a:r>
              <a:rPr lang="ko-KR" altLang="en-US" dirty="0"/>
              <a:t>개 </a:t>
            </a:r>
            <a:r>
              <a:rPr lang="en-US" altLang="ko-KR" dirty="0"/>
              <a:t>/ </a:t>
            </a:r>
            <a:r>
              <a:rPr lang="ko-KR" altLang="en-US" dirty="0"/>
              <a:t>대상 </a:t>
            </a:r>
            <a:r>
              <a:rPr lang="en-US" altLang="ko-KR" dirty="0"/>
              <a:t>14</a:t>
            </a:r>
            <a:r>
              <a:rPr lang="ko-KR" altLang="en-US" dirty="0"/>
              <a:t>개 </a:t>
            </a:r>
            <a:r>
              <a:rPr lang="en-US" altLang="ko-KR" dirty="0"/>
              <a:t>[</a:t>
            </a:r>
            <a:r>
              <a:rPr lang="ko-KR" altLang="en-US" dirty="0"/>
              <a:t>데이터 이행 및 검증 완료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B92804-25DA-405A-B2E0-9147FDEEB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219"/>
            <a:ext cx="12192000" cy="445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5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00544-C04F-4DC6-B01F-CB536753BE96}"/>
              </a:ext>
            </a:extLst>
          </p:cNvPr>
          <p:cNvSpPr txBox="1"/>
          <p:nvPr/>
        </p:nvSpPr>
        <p:spPr>
          <a:xfrm>
            <a:off x="710214" y="745724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faczzlo01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08DCD-856D-4B11-8AFB-AA1AAAF3F820}"/>
              </a:ext>
            </a:extLst>
          </p:cNvPr>
          <p:cNvSpPr txBox="1"/>
          <p:nvPr/>
        </p:nvSpPr>
        <p:spPr>
          <a:xfrm>
            <a:off x="710214" y="5789110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이행 후 비교</a:t>
            </a:r>
            <a:r>
              <a:rPr lang="en-US" altLang="ko-KR" dirty="0"/>
              <a:t>/</a:t>
            </a:r>
            <a:r>
              <a:rPr lang="ko-KR" altLang="en-US" dirty="0"/>
              <a:t>검토 결과</a:t>
            </a:r>
            <a:endParaRPr lang="en-US" altLang="ko-KR" dirty="0"/>
          </a:p>
          <a:p>
            <a:r>
              <a:rPr lang="ko-KR" altLang="en-US" dirty="0"/>
              <a:t>원본 </a:t>
            </a:r>
            <a:r>
              <a:rPr lang="en-US" altLang="ko-KR" dirty="0"/>
              <a:t>0</a:t>
            </a:r>
            <a:r>
              <a:rPr lang="ko-KR" altLang="en-US" dirty="0"/>
              <a:t>개 </a:t>
            </a:r>
            <a:r>
              <a:rPr lang="en-US" altLang="ko-KR" dirty="0"/>
              <a:t>/ </a:t>
            </a:r>
            <a:r>
              <a:rPr lang="ko-KR" altLang="en-US" dirty="0"/>
              <a:t>대상 </a:t>
            </a:r>
            <a:r>
              <a:rPr lang="en-US" altLang="ko-KR" dirty="0"/>
              <a:t>0</a:t>
            </a:r>
            <a:r>
              <a:rPr lang="ko-KR" altLang="en-US" dirty="0"/>
              <a:t>개 </a:t>
            </a:r>
            <a:r>
              <a:rPr lang="en-US" altLang="ko-KR" dirty="0"/>
              <a:t>[</a:t>
            </a:r>
            <a:r>
              <a:rPr lang="ko-KR" altLang="en-US" dirty="0"/>
              <a:t>데이터 이행 및 검증 완료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79DD22-3399-42E7-AB0D-0519F0781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391"/>
            <a:ext cx="12192000" cy="395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4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00544-C04F-4DC6-B01F-CB536753BE96}"/>
              </a:ext>
            </a:extLst>
          </p:cNvPr>
          <p:cNvSpPr txBox="1"/>
          <p:nvPr/>
        </p:nvSpPr>
        <p:spPr>
          <a:xfrm>
            <a:off x="710214" y="745724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faczzlo02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08DCD-856D-4B11-8AFB-AA1AAAF3F820}"/>
              </a:ext>
            </a:extLst>
          </p:cNvPr>
          <p:cNvSpPr txBox="1"/>
          <p:nvPr/>
        </p:nvSpPr>
        <p:spPr>
          <a:xfrm>
            <a:off x="710214" y="5789110"/>
            <a:ext cx="509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이행 후 비교</a:t>
            </a:r>
            <a:r>
              <a:rPr lang="en-US" altLang="ko-KR" dirty="0"/>
              <a:t>/</a:t>
            </a:r>
            <a:r>
              <a:rPr lang="ko-KR" altLang="en-US" dirty="0"/>
              <a:t>검토 결과</a:t>
            </a:r>
            <a:endParaRPr lang="en-US" altLang="ko-KR" dirty="0"/>
          </a:p>
          <a:p>
            <a:r>
              <a:rPr lang="ko-KR" altLang="en-US" dirty="0"/>
              <a:t>원본 </a:t>
            </a:r>
            <a:r>
              <a:rPr lang="en-US" altLang="ko-KR" dirty="0"/>
              <a:t>0</a:t>
            </a:r>
            <a:r>
              <a:rPr lang="ko-KR" altLang="en-US" dirty="0"/>
              <a:t>개 </a:t>
            </a:r>
            <a:r>
              <a:rPr lang="en-US" altLang="ko-KR" dirty="0"/>
              <a:t>/ </a:t>
            </a:r>
            <a:r>
              <a:rPr lang="ko-KR" altLang="en-US" dirty="0"/>
              <a:t>대상 </a:t>
            </a:r>
            <a:r>
              <a:rPr lang="en-US" altLang="ko-KR" dirty="0"/>
              <a:t>0</a:t>
            </a:r>
            <a:r>
              <a:rPr lang="ko-KR" altLang="en-US" dirty="0"/>
              <a:t>개 </a:t>
            </a:r>
            <a:r>
              <a:rPr lang="en-US" altLang="ko-KR" dirty="0"/>
              <a:t>[</a:t>
            </a:r>
            <a:r>
              <a:rPr lang="ko-KR" altLang="en-US" dirty="0"/>
              <a:t>데이터 이행 및 검증 완료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5AF5BB-1942-443C-925C-CA32EED73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622"/>
            <a:ext cx="12192000" cy="407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8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29019-5239-40D0-AB55-2E43FBD4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수행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5A6AC-C5A8-41C0-AF97-F4B126A53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가이드대로 </a:t>
            </a:r>
            <a:r>
              <a:rPr lang="en-US" altLang="ko-KR" dirty="0"/>
              <a:t>6</a:t>
            </a:r>
            <a:r>
              <a:rPr lang="ko-KR" altLang="en-US" dirty="0"/>
              <a:t>개의 테이블을 생성</a:t>
            </a:r>
            <a:r>
              <a:rPr lang="en-US" altLang="ko-KR" dirty="0"/>
              <a:t>, </a:t>
            </a:r>
            <a:r>
              <a:rPr lang="ko-KR" altLang="en-US" dirty="0"/>
              <a:t>이행</a:t>
            </a:r>
            <a:r>
              <a:rPr lang="en-US" altLang="ko-KR" dirty="0"/>
              <a:t>, </a:t>
            </a:r>
            <a:r>
              <a:rPr lang="ko-KR" altLang="en-US" dirty="0"/>
              <a:t>검토를 진행</a:t>
            </a:r>
            <a:endParaRPr lang="en-US" altLang="ko-KR" dirty="0"/>
          </a:p>
          <a:p>
            <a:r>
              <a:rPr lang="ko-KR" altLang="en-US" dirty="0"/>
              <a:t>모든 테이블 정상 생성 후 데이터 이행 완료</a:t>
            </a:r>
            <a:endParaRPr lang="en-US" altLang="ko-KR" dirty="0"/>
          </a:p>
          <a:p>
            <a:r>
              <a:rPr lang="ko-KR" altLang="en-US" dirty="0"/>
              <a:t>검토 진행 결과 원본 데이터와 동일한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43919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223</Words>
  <Application>Microsoft Office PowerPoint</Application>
  <PresentationFormat>와이드스크린</PresentationFormat>
  <Paragraphs>33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빅데이터 통합 및 플랫폼 구축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수행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빅데이터 통합 및 플랫폼 구축 </dc:title>
  <dc:creator>a</dc:creator>
  <cp:lastModifiedBy>a</cp:lastModifiedBy>
  <cp:revision>1</cp:revision>
  <dcterms:created xsi:type="dcterms:W3CDTF">2026-09-11T00:30:45Z</dcterms:created>
  <dcterms:modified xsi:type="dcterms:W3CDTF">2026-09-11T00:45:38Z</dcterms:modified>
</cp:coreProperties>
</file>