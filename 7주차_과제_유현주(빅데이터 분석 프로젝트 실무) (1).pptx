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48" y="2478974"/>
            <a:ext cx="3619500" cy="396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87587"/>
            <a:ext cx="519261" cy="1909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11" y="2487587"/>
            <a:ext cx="3100238" cy="1909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1" y="4554512"/>
            <a:ext cx="539948" cy="19097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23" y="4534740"/>
            <a:ext cx="3079551" cy="19097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4" y="2909069"/>
            <a:ext cx="3314700" cy="1533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3887" y="5027561"/>
            <a:ext cx="3314700" cy="13763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2487587"/>
            <a:ext cx="398115" cy="190976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365" y="2487587"/>
            <a:ext cx="3221384" cy="190976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0" y="4588609"/>
            <a:ext cx="416123" cy="190976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2374" y="4588609"/>
            <a:ext cx="3203376" cy="1909762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355212"/>
              </p:ext>
            </p:extLst>
          </p:nvPr>
        </p:nvGraphicFramePr>
        <p:xfrm>
          <a:off x="476250" y="694534"/>
          <a:ext cx="11229974" cy="117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787">
                <a:tc>
                  <a:txBody>
                    <a:bodyPr/>
                    <a:lstStyle/>
                    <a:p>
                      <a:pPr algn="ctr"/>
                      <a:r>
                        <a:rPr sz="1200" b="1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과제명</a:t>
                      </a:r>
                      <a:endParaRPr sz="1200" b="1" i="0" u="none" dirty="0">
                        <a:solidFill>
                          <a:srgbClr val="333333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3333"/>
                          </a:solidFill>
                          <a:latin typeface="Noto Sans KR"/>
                        </a:rPr>
                        <a:t>중장년층(만 40~64세)의 디지털 역량 수준이 재취업 성공률에 미치는 영향 분석 예측 모델 개발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과제 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중장년층의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디지털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역량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수준과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재취업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간의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인과관계를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분석하여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,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디지털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교육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정책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및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맞춤형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취업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지원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프로그램의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효과를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검증하고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방향성을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3333"/>
                          </a:solidFill>
                          <a:latin typeface="Noto Sans KR"/>
                        </a:rPr>
                        <a:t>제시</a:t>
                      </a:r>
                      <a:endParaRPr sz="1200" b="0" i="0" u="none" dirty="0">
                        <a:solidFill>
                          <a:srgbClr val="333333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34845" y="262775"/>
            <a:ext cx="11715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Noto Sans KR"/>
              </a:rPr>
              <a:t>2.3.1 분석 과제 정의 - 1. 분석과제 개요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877987"/>
            <a:ext cx="3619500" cy="4667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6250" y="1973237"/>
            <a:ext cx="3619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Noto Sans KR"/>
              </a:rPr>
              <a:t>과제 개요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6250" y="1877987"/>
            <a:ext cx="3619500" cy="4667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86250" y="1973237"/>
            <a:ext cx="3619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Noto Sans KR"/>
              </a:rPr>
              <a:t>데이터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6250" y="1877987"/>
            <a:ext cx="3619500" cy="4667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6250" y="1973237"/>
            <a:ext cx="3619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Noto Sans KR"/>
              </a:rPr>
              <a:t>모델 및 효과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9124" y="2620395"/>
            <a:ext cx="3314700" cy="381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49466" y="2686498"/>
            <a:ext cx="3314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활용 데이터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8650" y="4540224"/>
            <a:ext cx="3314700" cy="381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8650" y="4616424"/>
            <a:ext cx="3314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관련 데이터 제공처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8411" y="2728093"/>
            <a:ext cx="255731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만 40~64세 중장년층 실업률 지속 상승 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8411" y="3242443"/>
            <a:ext cx="255731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디지털 전환(DX) 가속화로 산업 현장 내 직무 역량 미스매치 심화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8411" y="3756793"/>
            <a:ext cx="255731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재취업 소요 기간이 청년층 대비 평균 2~3배 장기화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9098" y="4780730"/>
            <a:ext cx="25366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업무용 스마트기기 및 소프트웨어(SW) 활용 능력 상대적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9098" y="5295080"/>
            <a:ext cx="25366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디지털 직무 교육 기회의 연령별 불균형적 분포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9098" y="5809430"/>
            <a:ext cx="2536626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기업 채용 과정에서 '디지털 리터러시' 중시 기조 및 기준 강화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1550" y="3211487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중장년층 디지털 역량 진단 설문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1550" y="3525812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고용보험 DB 취업·실업급여 이력 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1550" y="3840137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고용복지플러스센터 교육 참여 이력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1550" y="4154462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(전처리) 식별키 기반의 가명정보 결합 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1550" y="5190305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한국고용정보원 고용보험 데이터베이스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1550" y="5504630"/>
            <a:ext cx="2771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통계청 경제활동인구조사 마이크로데이터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1550" y="5818955"/>
            <a:ext cx="27717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고용노동부 HRD-Net 교육 이수 데이터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7265" y="2728093"/>
            <a:ext cx="267845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로지스틱 회귀분석을 통해 디지털 역량이 재취업(6개월 내)에 미치는 영향 예측 모델 구축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7265" y="3242443"/>
            <a:ext cx="267845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디지털 직무 교육 이수 집단과 미이수 집단 간 취업률 비교 (t-검정)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7265" y="3756793"/>
            <a:ext cx="267845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역량 수준별 3개 집단 분류 후 취업 성과 차이 분석 (ANOVA 적용)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5273" y="4780730"/>
            <a:ext cx="266045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디지털 역량과 취업률 간 인과관계를 실증하여 정책 추진의 데이터 기반 근거 마련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5273" y="5295080"/>
            <a:ext cx="266045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취업 성공을 견인하는 고효과 교육 프로그램 식별로 예산 배분 및 정책 우선순위 결정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5273" y="5809430"/>
            <a:ext cx="2660451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74151"/>
                </a:solidFill>
                <a:latin typeface="Noto Sans KR"/>
              </a:rPr>
              <a:t>개인별 역량 수준에 맞는 최적의 재취업 교육 경로 설계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5536" y="272809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5536" y="324244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5536" y="375679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223" y="478073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223" y="529508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223" y="5809430"/>
            <a:ext cx="476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8675" y="3211487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8675" y="3525812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8675" y="3840137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38675" y="4154462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38675" y="519030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38675" y="550463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8675" y="5818955"/>
            <a:ext cx="476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94390" y="272809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94390" y="324244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94390" y="375679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12398" y="478073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2398" y="529508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2398" y="5809430"/>
            <a:ext cx="476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74151"/>
                </a:solidFill>
                <a:latin typeface="Noto Sans KR"/>
              </a:rPr>
              <a:t>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260</Words>
  <Application>Microsoft Office PowerPoint</Application>
  <PresentationFormat>와이드스크린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</cp:lastModifiedBy>
  <cp:revision>2</cp:revision>
  <dcterms:created xsi:type="dcterms:W3CDTF">2013-01-27T09:14:16Z</dcterms:created>
  <dcterms:modified xsi:type="dcterms:W3CDTF">2026-09-14T11:41:27Z</dcterms:modified>
  <cp:category/>
</cp:coreProperties>
</file>